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Представиться, назвать тему. Проект задуман как демо для бренда Montblanc: у бренда нет собственного мобильного приложения, я выступаю в роли заказчика и предлагаю готовое решение.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не только техническая, но и продуктовая: проверить интерес бренда. Поэтому приложение сделано так, чтобы его можно было передать или развивать дальше — отсюда Clean Architecture и заменяемый бэкенд.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добавить собственные референсы и скриншоты. Стиль приложения — по мотивам Montblanc: брендовый логотип и шрифты Babylonica / Dancing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официальный сайт Montblanc на десктопе: главная с коллекцией, раздел каталога с сеткой товаров и карточка товара с выбором размера и кнопкой «Add To Cart». Именно эти сценарии — каталог, карточка, размер, корзина, избранное — перенесены в мобильное 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Мобильная версия сайта Montblanc, снятая в режиме смартфона: адаптивная веб-страница с поиском, меню и корзиной в шапке. Приложение для покупок бренд не предлагает, поэтому мы переносим те же сценарии в нативный формат.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покупки на сайте Montblanc: выбор размера, добавление в корзину, окно подтверждения, корзина и первый шаг оформления (почта, доставка, оплата). Заказ не оформлялся, данные не вводились. Этот сценарий — образец для корзины и демо-покупки в нашем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Тот же путь на мобильной версии сайта: размер, добавление в корзину, корзина и первый шаг оформления. Это ориентир для UX нашего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исследованиям, в люксе покупатель онлайн ориентируется прежде всего на изображения: дорогую вещь хочется рассмотреть, как в бутике. Baymard отмечает, что недостаточное увеличение фото — причина отказа от покупки. Поэтому в приложении сделан полноэкранный просмотр с масштабированием, цена видна сразу, а описание разделено на короткое и подробное. Визуальный стиль — минимализм с большим количеством свободного места, как у Montblanc, Chanel и The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Собрал отзывы обо всех приложениях Montblanc в App Store. Приложения для покупок у бренда нет: есть приложения для блокнота, наушников и часов. Оценки низкие, от 1,95 до 2,96. Хвалят сами устройства, а ругают приложения: часы Summit не подключаются к iPhone (это большинство отзывов), Digital Paper выкидывает из аккаунта при каждом запуске, синхронизация идёт по полчаса, обновлений мало. Для нашего приложения отсюда требования: надёжный вход и сохранение сессии, стабильная работа и регулярные обновления.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бренда: не идея на бумаге, а работающее приложение. Формат сделки открыт: от передачи кода до совместной доработки.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удобно показать живую демонстрацию в симуляторе. Покупка — демо-оформление: платёжная интеграция в объём диплома не входит.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Приложением должны пользоваться и незрячие покупатели, и люди с вестибулярными нарушениями. VoiceOver: у элементов есть подписи и роли (кнопка, заголовок, выбрано), карточка товара озвучивается целиком, а лайк вынесен в действие ротора; удаление из корзины и закрытие фото доступны без жестов, которые VoiceOver перехватывает; тосты озвучиваются через announcement. «Уменьшение движения» — системная настройка в Универсальном доступе: Apple советует убирать вращение и масштабирование, оставляя растворение. На заставке логотип делает оборот на 360°, поэтому при включённой настройке вращение отключается, а растворение остаётся. Поделиться: с карточки товара отправляются название, цена, описание и ссылка на фото, из полноэкранного просмотра — само изображение; используется системный ShareLink, поэтому доступны все приложения и AirDrop.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— бизнес-логика без знания о Firebase и UI. Data преобразует данные и реализует репозитории. Infrastructure — конкретные технологии. Проверено по коду: ни одного импорта Firebase в Domain, Data, Presentation и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Сквозной пример одного сценария через все слои. ViewModel знает только UseCase, UseCase — только протокол репозитория; Firestore виден лишь в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Контейнер — composition root. Для боевого режима он собирается из Firebase-реализаций, для превью — из mock-репозиториев (AppDIContainer.mock). ViewModel создаются фабричными методами контейнера.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сделка с брендом пойдёт дальше передачи кода, Firebase заменят на их сервер. Достаточно написать новую реализацию DataSource под другой JSON; Domain, ViewModel и экраны остаются нетронутыми.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Firebase-код сосредоточен в Infrastructure. Ошибки SDK преобразуются в доменные ошибки (ErrorMapper), поэтому ViewModel не знает про Firebase.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проверяются на сервере: даже изменённый клиент не прочитает каталог без подтверждённого email и не запишет чужую корзину или количество выше лимита.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документ товара в Cloud Firestore: ID документа совпадает с id товара, поля имеют типы string, number, array. Править можно прямо в консоли Firebase: изменить значение поля, добавить поле или новый документ. Консоль обходит правила безопасности, поэтому это работает как админка. Важно: коллекции categories и products скрипт seed приводит в соответствие с catalog.json, поэтому постоянные правки каталога нужно делать в этом файле. Настройки магазина (settings/store, например maximumCartItemQuantity) можно менять в консоли без обновления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Цепочка слева направо: репозиторий (Data) обращается к контракту хранилища (протокол в Data), а реализация на UserDefaults (Infrastructure) этот контракт выполняет. favorites.&lt;uid&gt; — ключ в UserDefaults, в котором лежит массив id избранных товаров этого пользователя. notifications.seenIds — ключ со списком прочитанных уведомлений.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Итоги: что получилось и какую цену заплатили за архитектуру. Эта цена оправдана, если проект пойдёт к реальному серверу бренда.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будет после сделки. Сервер: новая реализация DataSource, остальные слои не меняются. Оплата и заказы: настоящий checkout вместо демо. Аналитика: события просмотров, лайков и добавления в корзину в Firebase Analytics для бизнес-аналитики бренда. Заказ под контролем: у Montblanc нет приложения для покупок (в App Store только приложения для часов, наушников и цифрового блокнота), а сайт на Trustpilot оценён в 1,5 из 5 — покупатели жалуются на неточное наличие, задержки заказов без объяснений и молчащую поддержку. Приложение закрывает именно эти боли.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Поблагодарить комиссию и перейти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146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Концепт мобильного приложения для бренда Montblanc: каталог, избранное, корзина и покупка под одним аккаунтом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Дипломная работа  ·  OTUS iOS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Автор: Alex Rimain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20116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01168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51460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301752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301752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352044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352044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проекта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приложение под бренд Montblanc, показать демо бренду и проверить, возможна ли сделка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продукт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демо: каталог, избранное, корзина и покупка под аккаунтом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 бренду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Продемонстрировать приложение в фирменном стиле Montblanc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Увидеть реакцию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Понять, как бренд оценит проект и заинтересует ли его решение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46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Выйти на сделку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передачи кода до совместного развития продукта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Вдохновление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Премиум-бренды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Montblanc: сдержанная палитра «чёрный, белый, золото», засечные шрифты, много воздуха вокруг товара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2F0EC"/>
          </a:solidFill>
          <a:ln/>
        </p:spPr>
      </p:sp>
      <p:pic>
        <p:nvPicPr>
          <p:cNvPr id="9" name="Image 0" descr="Логотип O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00200"/>
            <a:ext cx="1280160" cy="279806"/>
          </a:xfrm>
          <a:prstGeom prst="rect">
            <a:avLst/>
          </a:prstGeom>
        </p:spPr>
      </p:pic>
      <p:pic>
        <p:nvPicPr>
          <p:cNvPr id="10" name="Image 1" descr="Логотип Wildber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18488"/>
            <a:ext cx="1828800" cy="2761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Маркетплейсы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карточек, чипы категорий, быстрый поиск, избранное и корзина с бейджем — привычные сценарии покупателя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Montblanc: десктопная версия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256032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9184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Каталог раздел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43000"/>
            <a:ext cx="2560320" cy="1600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9184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раздела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12648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Карточка товар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2560320" cy="1600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9436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по категориям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 разделов, сетка товаров, фильтр и сортировка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29184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42900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размера, кнопка Add To Cart, избранное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26364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в шапке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Поиск, вход, избранное и корзина всегда под рукой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4622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 на телефоне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24712"/>
            <a:ext cx="1481328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24028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Катало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432" y="1124712"/>
            <a:ext cx="1481328" cy="3200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4028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02336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Това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1124712"/>
            <a:ext cx="1481328" cy="3200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336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943600" y="1051560"/>
            <a:ext cx="2743200" cy="3346704"/>
          </a:xfrm>
          <a:prstGeom prst="roundRect">
            <a:avLst>
              <a:gd name="adj" fmla="val 2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126480" y="1143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на мобильной версии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126480" y="173736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адаптивный сайт, а не отдельное приложение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Меню, поиск и корзина собраны в шапке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в два столбца, как у нас в каталоге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Карточка: размер, корзина, избранное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десктоп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1. Выбор разм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377440" cy="1485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Выбор размера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03580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2. Add To C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005840"/>
            <a:ext cx="2377440" cy="1485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6324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To Cart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2976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4640"/>
            <a:ext cx="2377440" cy="1485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3580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4" name="Image 3" descr="Скриншот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2834640"/>
            <a:ext cx="2377440" cy="14859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06324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760720" y="1005840"/>
            <a:ext cx="2926080" cy="3520440"/>
          </a:xfrm>
          <a:prstGeom prst="roundRect">
            <a:avLst>
              <a:gd name="adj" fmla="val 2500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5943600" y="1097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покупателя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943600" y="155448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размер в карточке товара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Cart: всплывающее окно «Added to your bag»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Корзина: состав, подытог, Proceed To Order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в три шага: Personal details, Shipping, Payment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943600" y="370332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98932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 не оформлялся: остановились на первом шаге, данные не вводились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телефон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1. Раз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078992"/>
            <a:ext cx="1307592" cy="2834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Размер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0574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2. В корзин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1078992"/>
            <a:ext cx="1307592" cy="2834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 корзину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6576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078992"/>
            <a:ext cx="1307592" cy="2834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2578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4" name="Image 3" descr="Мобильная версия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078992"/>
            <a:ext cx="1307592" cy="2834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578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903720" y="1005840"/>
            <a:ext cx="1783080" cy="3346704"/>
          </a:xfrm>
          <a:prstGeom prst="roundRect">
            <a:avLst>
              <a:gd name="adj" fmla="val 4103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040880" y="1143000"/>
            <a:ext cx="1508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четыре шага, но в один столбец: кнопки на всю ширину, на шаге оформления итог закреплён внизу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автора. Заказ не оформлялся.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продают люкс онлайн: что мы взяли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повторяет смысл и стиль магазинов люксовых брендов: покупателю важны вид товара, цена и описание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 товара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может потрогать вещь, поэтому фото заменяет примерку в бутике. Нужны крупные снимки и увеличение до деталей: швы, фактура, фурнитура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Крупное фото в карточке, просмотр на весь экран с увеличением щипком и двойным тапом, как в «Фото»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1071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видна сразу и не меняется по ходу покупки. Люкс не прячет цену за лишними шагами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1071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в рублях на карточке каталога и на экране товара; итог корзины считается сразу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651760" cy="1691640"/>
          </a:xfrm>
          <a:prstGeom prst="roundRect">
            <a:avLst>
              <a:gd name="adj" fmla="val 4324"/>
            </a:avLst>
          </a:prstGeom>
          <a:solidFill>
            <a:srgbClr val="F2F0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99632" y="1481328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1874520"/>
            <a:ext cx="23225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Короткая строка для каталога и подробный текст на странице товара. Минимализм и «воздух» вокруг товара повышают его воспринимаемую ценность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20040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9632" y="3255264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CLOTHESSHOP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3493008"/>
            <a:ext cx="2322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Краткое описание в сетке, полное и размеры на экране товара; белый фон, чёрная типографика, без лишних элементов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Baymard Institute (бенчмарк люксовых магазинов 2021, исследование увеличения фото), Blue Acorn iCi, scandiweb, Nick Kolenda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Приложения Montblanc в App Store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Магазина среди них нет. Средняя оценка по всем странам и что пишут в отзывах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743200" cy="530352"/>
          </a:xfrm>
          <a:prstGeom prst="roundRect">
            <a:avLst>
              <a:gd name="adj" fmla="val 13793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3167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5544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блокнот Augmented Paper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316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2,96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55448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 оц.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2743200" cy="530352"/>
          </a:xfrm>
          <a:prstGeom prst="roundRect">
            <a:avLst>
              <a:gd name="adj" fmla="val 1379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19385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7627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наушники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19385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1,95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1762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129 оц.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2743200" cy="530352"/>
          </a:xfrm>
          <a:prstGeom prst="roundRect">
            <a:avLst>
              <a:gd name="adj" fmla="val 13793"/>
            </a:avLst>
          </a:prstGeom>
          <a:solidFill>
            <a:srgbClr val="F2F0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603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Paper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9806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цифровой блокнот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2,8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27980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оц.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145536"/>
            <a:ext cx="2743200" cy="530352"/>
          </a:xfrm>
          <a:prstGeom prst="roundRect">
            <a:avLst>
              <a:gd name="adj" fmla="val 13793"/>
            </a:avLst>
          </a:prstGeom>
          <a:solidFill>
            <a:srgbClr val="F2F0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1821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4198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смарт-часы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31821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2,0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341985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оц.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83280" y="1280160"/>
            <a:ext cx="2560320" cy="2395728"/>
          </a:xfrm>
          <a:prstGeom prst="roundRect">
            <a:avLst>
              <a:gd name="adj" fmla="val 3053"/>
            </a:avLst>
          </a:prstGeom>
          <a:solidFill>
            <a:srgbClr val="F2F0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520440" y="13533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Нравится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20440" y="1719072"/>
            <a:ext cx="22860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Сами устройства и их дизайн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связки бумаги и цифры (Hub)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Базовые функции, когда всё подключилось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1280160"/>
            <a:ext cx="2560320" cy="2395728"/>
          </a:xfrm>
          <a:prstGeom prst="roundRect">
            <a:avLst>
              <a:gd name="adj" fmla="val 3053"/>
            </a:avLst>
          </a:prstGeom>
          <a:solidFill>
            <a:srgbClr val="15130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13533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нравится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1719072"/>
            <a:ext cx="22860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Часы и наушники не подключаются к iPhone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Выкидывает из аккаунта, код сброса не приходит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Синхронизация по 30+ минут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Редкие обновления, нет справки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Strava, HealthKit, локализации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B08D5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02920" y="3840480"/>
            <a:ext cx="8138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Вывод: цифровым продуктам бренда не хватает надёжного входа, стабильного подключения и регулярной поддержки. ClothesShop закрывает эти потребности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App Store, 4 приложения Montblanc International GmbH, 27 стран, 39 отзывов с текстом (2016–2026), данные на 13.10.2026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Montblanc нет собственного мобильного приложения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1801368"/>
            <a:ext cx="45720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4632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Готовое приложение и коммерческое предложение: я выступаю заказчиком и предлагаю бренду готовый продукт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показу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Каталог, избранное, корзина и покупка в одном аккаунте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4612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Фирменный стиль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Палитра, шрифты и логотип бренда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Любой бэкенд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Architecture: Firebase можно заменить на сервер бренда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умеет приложение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40080" y="1115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работает под одним слоем авторизации: аккаунт Firebase + подтверждение email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товаров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Категории, поиск, карточка с фото, ценой и размерами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5176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Лайк в каталоге и на карточке, общий список избранного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Размеры, количество, итог; хранится в аккаунте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заказа в демо-режиме, без реальной оплаты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Дополнительно: профиль, смена пароля и email, уведомления, RU / EN, светлая и тёмная темы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и удобство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F2F0E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188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VoiceOver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Подписи и роли у кнопок, заголовков, выбранного размера и категории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 читается одной фразой, лайк — отдельное действие в роторе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из корзины без свайпа, фото закрывается жестом «Z»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Всплывающие сообщения и счётчик уведомлений озвучиваются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2F0EC"/>
          </a:solidFill>
          <a:ln/>
        </p:spPr>
      </p:sp>
      <p:sp>
        <p:nvSpPr>
          <p:cNvPr id="10" name="Shape 8"/>
          <p:cNvSpPr/>
          <p:nvPr/>
        </p:nvSpPr>
        <p:spPr>
          <a:xfrm>
            <a:off x="4846320" y="1234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188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Уменьшение движения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830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заставке логотип не вращается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 плавное растворение — безопасная анимация по HIG</a:t>
            </a:r>
            <a:endParaRPr lang="en-US" sz="1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1513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accessibilityReduceMotion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32918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2F0EC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47472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3429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Поделиться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Товаром и фото — через системное меню (ShareLink)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Clean Architecture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 Views, компоненты, DesignSystem, навигация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3A3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4884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4028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ViewModel, UI-модели, ViewMode, Router (push / pop), валидаторы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048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B08D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1E6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3192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UseCases, протоколы репозиториев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3212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Репозитории, DTO, Mapper, протоколы DataSource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2376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2376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Firebase, UserDefaults, URLCache, NWPathMonitor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3852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3016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532180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701344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57200" y="35204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502920" y="352044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DI: AppDIContainer — единственное место, где протоколы связываются с реализациями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направлены внутрь, к Domain. В Domain и Data нет импортов Firebase и SwiftUI.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проходит запрос: загрузка каталога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304288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587752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33472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CatalogViewModel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718304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64024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GetCatalogUseCase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65392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48856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94576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Protocol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67144" y="2103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реализует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63256" y="2029968"/>
            <a:ext cx="0" cy="512064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587752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87752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633472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18304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18304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64024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FirestoreCatalog DataSourceImpl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48856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94576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Impl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 flipH="1">
            <a:off x="6565392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4434840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57200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сделке меняем только DataSource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headEnd type="triangle"/>
          </a:ln>
        </p:spPr>
      </p:sp>
      <p:sp>
        <p:nvSpPr>
          <p:cNvPr id="35" name="Shape 33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18304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764024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RESTCatalogDataSourceImpl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 flipH="1">
            <a:off x="4434840" y="379476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dash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587752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633472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Бэкенд Montblanc (REST API)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идёт обратно по цепочке преобразований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2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6642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8288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8745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358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2004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2461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4074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45720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B08D5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6177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7790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9436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9893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1506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315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360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Injection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· UserDefaults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Mock…Repository + MockResponse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1481328"/>
            <a:ext cx="365760" cy="301752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3154680" y="2148840"/>
            <a:ext cx="365760" cy="292608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66160" y="109728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097280"/>
            <a:ext cx="228600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AppDIContainer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init(repositories:)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root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89320" y="196596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09728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097280"/>
            <a:ext cx="21945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make…ViewModel()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UseCase(repository:)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ViewModel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82112"/>
            <a:ext cx="40233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AppRepositories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auth: AuthRepositoryProtocol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catalog: CatalogRepositoryProtocol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cart: CartRepositoryProtocol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  // всего 9 протоколов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10896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передаются через init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 видит только UseCase и протоколы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Превью и тесты подставляют моки без сети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и Mapper: зачем они нужны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Firestore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3852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3016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4048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2180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3212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1344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103120"/>
            <a:ext cx="4114800" cy="2331720"/>
          </a:xfrm>
          <a:prstGeom prst="roundRect">
            <a:avLst>
              <a:gd name="adj" fmla="val 3137"/>
            </a:avLst>
          </a:prstGeom>
          <a:solidFill>
            <a:srgbClr val="F2F0E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DTO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6060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— формат конкретного бэкенда, а Product — язык нашего приложения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не зависит от схемы базы и SDK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цель: заменить Firebase на реальный сервер бренда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46320" y="2103120"/>
            <a:ext cx="3840480" cy="640080"/>
          </a:xfrm>
          <a:prstGeom prst="roundRect">
            <a:avLst>
              <a:gd name="adj" fmla="val 11429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103120"/>
            <a:ext cx="37490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CatalogRemoteDataSourceProtocol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9204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690372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flipV="1">
            <a:off x="576072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777240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463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Меняется только реализация DataSource (и при необходимости DTO / Mapper)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интеграция с Firebase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011680" cy="2743200"/>
          </a:xfrm>
          <a:prstGeom prst="roundRect">
            <a:avLst>
              <a:gd name="adj" fmla="val 363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Impl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отдаёт данные в Domain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 ответа бэкенда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переводит DTO в модель приложения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DataSource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к источнику: Firebase или REST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926080" y="105156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11155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FirebaseAuthDataSourceImpl: регистрация, вход, письмо подтверждения, смена пароля и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48132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26080" y="20116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0756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3774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Catalog, Cart, Notifications, Settings DataSourceImpl на async/await, FirestoreDecoder и ErrorMapper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14600" y="244144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26080" y="297180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08960" y="30358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Hosting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337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товаров по HTTPS; повторы загрузки и кэш картинок — из settings/store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14600" y="340156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B08D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02336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входе каталог, корзина и настройки загружаются параллельно (async let в GetShopDataUseCase → ShopData)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Firebase: данные и безопасность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категории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6712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товар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34056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34056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notificationList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734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300984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300984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settings/store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3300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лимиты и кэш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867912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8679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аккаунта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0" y="1124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firestore.rules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463040"/>
            <a:ext cx="3611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справочники: read только при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email_verified, write: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users/{uid}/cart: только владелец,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поля проверяются,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quantity ≤ лимит из settings/store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00400"/>
            <a:ext cx="3931920" cy="1280160"/>
          </a:xfrm>
          <a:prstGeom prst="roundRect">
            <a:avLst>
              <a:gd name="adj" fmla="val 5714"/>
            </a:avLst>
          </a:prstGeom>
          <a:solidFill>
            <a:srgbClr val="B08D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37760" y="3264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6118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 firebase/seed (Admin SDK) заполняет каталог, уведомления и настройки. Клиент пишет только свою корзину.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данные выглядят в Firestore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846320" cy="3520440"/>
          </a:xfrm>
          <a:prstGeom prst="roundRect">
            <a:avLst>
              <a:gd name="adj" fmla="val 207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  ›  glasses-navigator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документа = id товара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642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6420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"glasses-navigator"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476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categoryId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194767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947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311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223113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311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"Авиаторы Navigator"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514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shortDescription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5146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"Графитовые линзы, двойной мост"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980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79806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7980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"Прямоугольные авиаторы…"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0815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308152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081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32900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36499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6484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03120" y="36484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36484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"https://test-6d334.web.app/…"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03120" y="3931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["S", "M", "L"]  (у часов)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224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Поле: тип и значение, как в консоли Firebase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532120" y="1005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добавить или изменить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532120" y="137160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Console → Firestore Database → Data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коллекцию и документ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Карандаш у поля — изменить, Add field — добавить поле, Add document — новый документ (свой ID и поля)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— через меню документа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32120" y="320040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B08D5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577840" y="3200400"/>
            <a:ext cx="30632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подхватит правки при следующей загрузке или обновлении свайпом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32120" y="3931920"/>
            <a:ext cx="3154680" cy="594360"/>
          </a:xfrm>
          <a:prstGeom prst="roundRect">
            <a:avLst>
              <a:gd name="adj" fmla="val 12308"/>
            </a:avLst>
          </a:prstGeom>
          <a:solidFill>
            <a:srgbClr val="F2F0E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77840" y="3931920"/>
            <a:ext cx="306324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перезаписывает скрипт seed: постоянные правки вносите в catalog.json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UserDefaults: локальные данные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(Data)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FavoritesRepositoryImpl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Решает, что и когда сохранять. Реализует контракт из Domain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хранилища (Data)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FavoritesLocalDataSource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два действия: прочитать и сохранить id избранных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2764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 (Infrastructure)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UserDefaultsFavorites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DataSourceImpl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и читает данные в UserDefaults устройства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44368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5833872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" y="24505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 — реализация (implementation). В имени класса указана технология хранения: для Firestore был бы FirestoreFavoritesDataSourceImpl.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907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в UserDefaults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154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favorites.&lt;uid&gt;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["p1", "p7"]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3154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Избранные товары пользователя. uid — id аккаунта Firebase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6850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6850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notifications.seenIds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685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["n1", "n2"]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36850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Прочитанные уведомления (общий список на устройстве)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2245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 привязано к UID: аккаунты на одном устройстве не смешиваются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без сети, но не синхронизируется между устройствами (потом стоит перенести в Firestore)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в Firestore (users/{uid}/cart), а не в UserDefaults — так сделано изначально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и выводы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импортов Firebase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Domain и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репозиториев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протоколами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17+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минимальная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 / 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5176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 рабочее демо: каталог, избранное, корзина и покупка в демо-режиме под аккаунтом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 отделила бизнес-логику от Firebase: смена бэкенда затрагивает только Infrastructure и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привязана к аккаунту и хранится в облаке, а доступ защищён правилами Firestore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гибкости: больше слоёв и кода (протоколы, DTO, Mapper)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развития после сделки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234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сервер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0515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сервер или существующий бэкенд Montblanc: новая реализация DataSource вместо Firebase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10312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1920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и заказы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9202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Настоящее оформление заказа и оплата вместо демо-режима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97180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7889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в Firebase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78892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Просмотры товаров, лайки и добавления в корзину для бизнес-аналитики бренда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384048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3657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 под контролем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36576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Точное наличие, статус заказа с push-уведомлениями и связь с поддержкой из приложения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рад ответить на вопросы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  ·  Alex Rimain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ClothesShop — дипломная работа</dc:title>
  <dc:subject>PptxGenJS Presentation</dc:subject>
  <dc:creator>PptxGenJS</dc:creator>
  <cp:lastModifiedBy>PptxGenJS</cp:lastModifiedBy>
  <cp:revision>1</cp:revision>
  <dcterms:created xsi:type="dcterms:W3CDTF">2026-10-13T18:17:08Z</dcterms:created>
  <dcterms:modified xsi:type="dcterms:W3CDTF">2026-10-13T18:17:08Z</dcterms:modified>
</cp:coreProperties>
</file>